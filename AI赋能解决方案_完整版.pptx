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0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003366"/>
                </a:solidFill>
              </a:defRPr>
            </a:pPr>
            <a:r>
              <a:t>AI 赋能具体场景：二套AI解决方案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0066CC"/>
                </a:solidFill>
              </a:defRPr>
            </a:pPr>
            <a:r>
              <a:t>应用场景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1、市场洞察与用户研究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2、需求分析与流程设计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3、PRD文档与原型设计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4、数据分析和项目汇报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1005840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66CC"/>
                </a:solidFill>
              </a:defRPr>
            </a:pPr>
            <a:r>
              <a:t>1、Prompt AI 提示词工程</a:t>
            </a:r>
          </a:p>
          <a:p>
            <a:pPr>
              <a:spcAft>
                <a:spcPts val="600"/>
              </a:spcAft>
              <a:defRPr sz="1000">
                <a:solidFill>
                  <a:srgbClr val="323232"/>
                </a:solidFill>
              </a:defRPr>
            </a:pPr>
            <a:r>
              <a:t>Prompt AI 提示词工程（Prompt Engineering）是围绕 AI 模型（大语言模型 LLM、多模态模型等）的输入设计、优化、测试与落地的专业方法论和实践技术。</a:t>
            </a:r>
          </a:p>
          <a:p>
            <a:pPr>
              <a:spcAft>
                <a:spcPts val="600"/>
              </a:spcAft>
              <a:defRPr sz="1000">
                <a:solidFill>
                  <a:srgbClr val="323232"/>
                </a:solidFill>
              </a:defRPr>
            </a:pPr>
            <a:r>
              <a:t>简单总结：提示词工程是连接人类需求与 AI 能力的桥梁，在生成式 AI 普及的当下，掌握基础的提示词设计技巧，已成为提升工作和生活效率的必备能力，而专业的提示词工程，则是 AI 技术从 "通用能力" 走向 "行业落地" 的关键环节。</a:t>
            </a:r>
          </a:p>
          <a:p>
            <a:pPr>
              <a:spcAft>
                <a:spcPts val="300"/>
              </a:spcAft>
              <a:defRPr sz="1100" b="1">
                <a:solidFill>
                  <a:srgbClr val="0066CC"/>
                </a:solidFill>
              </a:defRPr>
            </a:pPr>
            <a:r>
              <a:t>建议工具：</a:t>
            </a:r>
          </a:p>
          <a:p>
            <a:pPr lvl="1">
              <a:spcAft>
                <a:spcPts val="300"/>
              </a:spcAft>
              <a:defRPr sz="900">
                <a:solidFill>
                  <a:srgbClr val="323232"/>
                </a:solidFill>
              </a:defRPr>
            </a:pPr>
            <a:r>
              <a:t>• DeepSeek：擅长深度推理，能自动识别功能间的相互依赖关系，产出高度结构化的 MECE 列表。</a:t>
            </a:r>
          </a:p>
          <a:p>
            <a:pPr lvl="1">
              <a:defRPr sz="900">
                <a:solidFill>
                  <a:srgbClr val="323232"/>
                </a:solidFill>
              </a:defRPr>
            </a:pPr>
            <a:r>
              <a:t>• Gemini Pro：具备超长上下文能力，能同时处理业务目标、资源限制、技术门槛等多个变量，平衡优先级。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3200400"/>
            <a:ext cx="5760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066CC"/>
                </a:solidFill>
              </a:defRPr>
            </a:pPr>
            <a:r>
              <a:t>2、Skills 技能/智能体</a:t>
            </a:r>
          </a:p>
          <a:p>
            <a:pPr>
              <a:spcAft>
                <a:spcPts val="600"/>
              </a:spcAft>
              <a:defRPr sz="1000">
                <a:solidFill>
                  <a:srgbClr val="323232"/>
                </a:solidFill>
              </a:defRPr>
            </a:pPr>
            <a:r>
              <a:t>对于产品经理来说，你可以把 Skills（技能/智能体）理解为：一个"入职即巅峰"的专项负责人，更是你个人经验的"数字化分身"。</a:t>
            </a:r>
          </a:p>
          <a:p>
            <a:pPr lvl="1">
              <a:spcAft>
                <a:spcPts val="400"/>
              </a:spcAft>
              <a:defRPr sz="1000">
                <a:solidFill>
                  <a:srgbClr val="323232"/>
                </a:solidFill>
              </a:defRPr>
            </a:pPr>
            <a:r>
              <a:t>• 它不是对话框：普通 AI 像路人，你每次都要重教背景；Skills 像资深组员，他刻盘了你的业务逻辑。</a:t>
            </a:r>
          </a:p>
          <a:p>
            <a:pPr lvl="1">
              <a:spcAft>
                <a:spcPts val="600"/>
              </a:spcAft>
              <a:defRPr sz="1000">
                <a:solidFill>
                  <a:srgbClr val="323232"/>
                </a:solidFill>
              </a:defRPr>
            </a:pPr>
            <a:r>
              <a:t>• 它是你的分身：你把写 PRD 的"心法"、调研竞品的"眼光"、设计交互的"审美"打包成指令，Skill 就成了另一个在云端 24 小时为你工作的"你"。</a:t>
            </a:r>
          </a:p>
          <a:p>
            <a:pPr>
              <a:spcAft>
                <a:spcPts val="300"/>
              </a:spcAft>
              <a:defRPr sz="1100" b="1">
                <a:solidFill>
                  <a:srgbClr val="0066CC"/>
                </a:solidFill>
              </a:defRPr>
            </a:pPr>
            <a:r>
              <a:t>建议工具：</a:t>
            </a:r>
          </a:p>
          <a:p>
            <a:pPr lvl="1">
              <a:spcAft>
                <a:spcPts val="300"/>
              </a:spcAft>
              <a:defRPr sz="900">
                <a:solidFill>
                  <a:srgbClr val="323232"/>
                </a:solidFill>
              </a:defRPr>
            </a:pPr>
            <a:r>
              <a:t>• 字节 Trae：一个AI原生IDE（集成开发环境）。本质上它是对VS Code经过改造，内置了AI智能体（Agent）。</a:t>
            </a:r>
          </a:p>
          <a:p>
            <a:pPr lvl="1">
              <a:defRPr sz="900">
                <a:solidFill>
                  <a:srgbClr val="323232"/>
                </a:solidFill>
              </a:defRPr>
            </a:pPr>
            <a:r>
              <a:t>• Gemini Pro Gem：Google推出的"自定义AI"功能（类似GPT），你可以创建一个"专门写Python的Gem"或"专门做翻译的Gem"。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